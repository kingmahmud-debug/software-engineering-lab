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435429"/>
            <a:ext cx="9784080" cy="5727628"/>
          </a:xfrm>
          <a:prstGeom prst="rect">
            <a:avLst/>
          </a:prstGeom>
          <a:solidFill>
            <a:schemeClr val="bg1"/>
          </a:solidFill>
          <a:ln w="13970">
            <a:solidFill>
              <a:srgbClr val="9B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sp>
        <p:nvSpPr>
          <p:cNvPr id="3" name="TextBox 2"/>
          <p:cNvSpPr txBox="1"/>
          <p:nvPr/>
        </p:nvSpPr>
        <p:spPr>
          <a:xfrm>
            <a:off x="5226857" y="23992"/>
            <a:ext cx="2393605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 dirty="0" err="1">
                <a:solidFill>
                  <a:srgbClr val="2D2D2D"/>
                </a:solidFill>
                <a:latin typeface="Arial"/>
              </a:rPr>
              <a:t>BashaMate</a:t>
            </a:r>
            <a:r>
              <a:rPr sz="1250" b="0" dirty="0">
                <a:solidFill>
                  <a:srgbClr val="2D2D2D"/>
                </a:solidFill>
                <a:latin typeface="Arial"/>
              </a:rPr>
              <a:t> System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82880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Student / Seeker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069080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dirty="0">
                <a:solidFill>
                  <a:srgbClr val="2D2D2D"/>
                </a:solidFill>
                <a:latin typeface="Arial"/>
              </a:rPr>
              <a:t>Landlord 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60" y="6355080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dirty="0">
                <a:solidFill>
                  <a:srgbClr val="2D2D2D"/>
                </a:solidFill>
                <a:latin typeface="Arial"/>
              </a:rPr>
              <a:t>Admin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685800"/>
            <a:ext cx="1874519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Search &amp; Filter Listings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685800"/>
            <a:ext cx="1600200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Location-Based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298448"/>
            <a:ext cx="1691640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View Listing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901952"/>
            <a:ext cx="1417320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Save Favorites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14600"/>
            <a:ext cx="1691640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Match with Roommates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3127248"/>
            <a:ext cx="1874519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Chat with Landlord/Rommate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767328"/>
            <a:ext cx="1783080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Post &amp; Manage Listings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177" y="5437340"/>
            <a:ext cx="1965960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Manage Profile &amp;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4370832"/>
            <a:ext cx="1874519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>
                <a:solidFill>
                  <a:srgbClr val="2D2D2D"/>
                </a:solidFill>
                <a:latin typeface="Arial"/>
              </a:rPr>
              <a:t>User Identity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1877" y="4362282"/>
            <a:ext cx="1417320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dirty="0">
                <a:solidFill>
                  <a:srgbClr val="2D2D2D"/>
                </a:solidFill>
                <a:latin typeface="Arial"/>
              </a:rPr>
              <a:t>Review Inquiries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5614416"/>
            <a:ext cx="1783080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dirty="0">
                <a:solidFill>
                  <a:srgbClr val="2D2D2D"/>
                </a:solidFill>
                <a:latin typeface="Arial"/>
              </a:rPr>
              <a:t>System Administration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645920" y="877824"/>
            <a:ext cx="868680" cy="1124712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645920" y="1490472"/>
            <a:ext cx="868680" cy="512064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45920" y="2002536"/>
            <a:ext cx="868680" cy="9144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45920" y="2002536"/>
            <a:ext cx="868680" cy="704088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45920" y="2002536"/>
            <a:ext cx="868680" cy="1316736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37360" y="3959352"/>
            <a:ext cx="777240" cy="283464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>
            <a:off x="5532120" y="5838588"/>
            <a:ext cx="588366" cy="583983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stCxn id="5" idx="3"/>
            <a:endCxn id="16" idx="1"/>
          </p:cNvCxnSpPr>
          <p:nvPr/>
        </p:nvCxnSpPr>
        <p:spPr>
          <a:xfrm>
            <a:off x="1737360" y="4242816"/>
            <a:ext cx="884517" cy="31149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737360" y="3319272"/>
            <a:ext cx="777240" cy="923544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737360" y="2093976"/>
            <a:ext cx="777240" cy="2148840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583680" y="5998464"/>
            <a:ext cx="1389888" cy="512064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</p:cNvCxnSpPr>
          <p:nvPr/>
        </p:nvCxnSpPr>
        <p:spPr>
          <a:xfrm flipV="1">
            <a:off x="5380314" y="4489708"/>
            <a:ext cx="3763686" cy="947632"/>
          </a:xfrm>
          <a:prstGeom prst="line">
            <a:avLst/>
          </a:prstGeom>
          <a:ln w="12700">
            <a:solidFill>
              <a:srgbClr val="505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 rot="20880506">
            <a:off x="6828821" y="4562856"/>
            <a:ext cx="899605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 dirty="0">
                <a:solidFill>
                  <a:srgbClr val="2D2D2D"/>
                </a:solidFill>
                <a:latin typeface="Arial"/>
              </a:rPr>
              <a:t>«include»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89120" y="877824"/>
            <a:ext cx="5074920" cy="0"/>
          </a:xfrm>
          <a:prstGeom prst="line">
            <a:avLst/>
          </a:prstGeom>
          <a:ln w="12700">
            <a:solidFill>
              <a:srgbClr val="505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0486" y="570271"/>
            <a:ext cx="872355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 dirty="0">
                <a:solidFill>
                  <a:srgbClr val="2D2D2D"/>
                </a:solidFill>
                <a:latin typeface="Arial"/>
              </a:rPr>
              <a:t>«extend»</a:t>
            </a:r>
          </a:p>
        </p:txBody>
      </p:sp>
      <p:sp>
        <p:nvSpPr>
          <p:cNvPr id="42" name="Arrow: Left 41">
            <a:extLst>
              <a:ext uri="{FF2B5EF4-FFF2-40B4-BE49-F238E27FC236}">
                <a16:creationId xmlns:a16="http://schemas.microsoft.com/office/drawing/2014/main" id="{F85416BB-A858-9C68-D2D4-02A9A4B2EE49}"/>
              </a:ext>
            </a:extLst>
          </p:cNvPr>
          <p:cNvSpPr/>
          <p:nvPr/>
        </p:nvSpPr>
        <p:spPr>
          <a:xfrm>
            <a:off x="4389120" y="781816"/>
            <a:ext cx="247435" cy="146295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5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Arrow: Left 45">
            <a:extLst>
              <a:ext uri="{FF2B5EF4-FFF2-40B4-BE49-F238E27FC236}">
                <a16:creationId xmlns:a16="http://schemas.microsoft.com/office/drawing/2014/main" id="{A79A657E-137B-45A2-A5F3-7FBC76C24CB0}"/>
              </a:ext>
            </a:extLst>
          </p:cNvPr>
          <p:cNvSpPr/>
          <p:nvPr/>
        </p:nvSpPr>
        <p:spPr>
          <a:xfrm rot="10524778">
            <a:off x="8956055" y="4443988"/>
            <a:ext cx="247435" cy="146295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5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ounded Rectangle 15">
            <a:extLst>
              <a:ext uri="{FF2B5EF4-FFF2-40B4-BE49-F238E27FC236}">
                <a16:creationId xmlns:a16="http://schemas.microsoft.com/office/drawing/2014/main" id="{F346B223-D9FB-A6DA-63DA-BDC8921A1A00}"/>
              </a:ext>
            </a:extLst>
          </p:cNvPr>
          <p:cNvSpPr/>
          <p:nvPr/>
        </p:nvSpPr>
        <p:spPr>
          <a:xfrm>
            <a:off x="6697980" y="2857323"/>
            <a:ext cx="1417320" cy="384048"/>
          </a:xfrm>
          <a:prstGeom prst="roundRect">
            <a:avLst/>
          </a:prstGeom>
          <a:solidFill>
            <a:srgbClr val="EAE1F8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 dirty="0">
                <a:solidFill>
                  <a:srgbClr val="2D2D2D"/>
                </a:solidFill>
                <a:latin typeface="Arial"/>
              </a:rPr>
              <a:t>Create Profile</a:t>
            </a:r>
            <a:endParaRPr sz="1250" dirty="0">
              <a:solidFill>
                <a:srgbClr val="2D2D2D"/>
              </a:solidFill>
              <a:latin typeface="Arial"/>
            </a:endParaRPr>
          </a:p>
        </p:txBody>
      </p:sp>
      <p:cxnSp>
        <p:nvCxnSpPr>
          <p:cNvPr id="57" name="Connector 24">
            <a:extLst>
              <a:ext uri="{FF2B5EF4-FFF2-40B4-BE49-F238E27FC236}">
                <a16:creationId xmlns:a16="http://schemas.microsoft.com/office/drawing/2014/main" id="{D3793812-D654-45F0-B0BF-ADAD22F68CF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645920" y="2002536"/>
            <a:ext cx="1031966" cy="3870288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24">
            <a:extLst>
              <a:ext uri="{FF2B5EF4-FFF2-40B4-BE49-F238E27FC236}">
                <a16:creationId xmlns:a16="http://schemas.microsoft.com/office/drawing/2014/main" id="{7B195B9E-72B4-1388-C383-AE95EF67BFD4}"/>
              </a:ext>
            </a:extLst>
          </p:cNvPr>
          <p:cNvCxnSpPr>
            <a:cxnSpLocks/>
          </p:cNvCxnSpPr>
          <p:nvPr/>
        </p:nvCxnSpPr>
        <p:spPr>
          <a:xfrm>
            <a:off x="1828800" y="4242816"/>
            <a:ext cx="1796143" cy="1592464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24">
            <a:extLst>
              <a:ext uri="{FF2B5EF4-FFF2-40B4-BE49-F238E27FC236}">
                <a16:creationId xmlns:a16="http://schemas.microsoft.com/office/drawing/2014/main" id="{9EFC040C-BFE1-0C2B-6CD1-6AE8EBCCA0E5}"/>
              </a:ext>
            </a:extLst>
          </p:cNvPr>
          <p:cNvCxnSpPr>
            <a:cxnSpLocks/>
          </p:cNvCxnSpPr>
          <p:nvPr/>
        </p:nvCxnSpPr>
        <p:spPr>
          <a:xfrm flipV="1">
            <a:off x="2677886" y="3255263"/>
            <a:ext cx="4600737" cy="2617561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24">
            <a:extLst>
              <a:ext uri="{FF2B5EF4-FFF2-40B4-BE49-F238E27FC236}">
                <a16:creationId xmlns:a16="http://schemas.microsoft.com/office/drawing/2014/main" id="{F39820F8-C2DF-49F2-3529-6DAFE574E213}"/>
              </a:ext>
            </a:extLst>
          </p:cNvPr>
          <p:cNvCxnSpPr>
            <a:cxnSpLocks/>
          </p:cNvCxnSpPr>
          <p:nvPr/>
        </p:nvCxnSpPr>
        <p:spPr>
          <a:xfrm flipV="1">
            <a:off x="3605533" y="3299243"/>
            <a:ext cx="4075427" cy="2526673"/>
          </a:xfrm>
          <a:prstGeom prst="line">
            <a:avLst/>
          </a:prstGeom>
          <a:ln w="127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50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ANIKA ZAMAN</cp:lastModifiedBy>
  <cp:revision>4</cp:revision>
  <dcterms:created xsi:type="dcterms:W3CDTF">2013-01-27T09:14:16Z</dcterms:created>
  <dcterms:modified xsi:type="dcterms:W3CDTF">2026-09-03T08:26:32Z</dcterms:modified>
  <cp:category/>
</cp:coreProperties>
</file>